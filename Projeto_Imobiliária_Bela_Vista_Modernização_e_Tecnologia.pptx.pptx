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Playfair Display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7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3.jpe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9.jpe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jpe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34931" y="4586449"/>
            <a:ext cx="285750" cy="285750"/>
            <a:chOff x="0" y="0"/>
            <a:chExt cx="381000" cy="381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34931" y="5129384"/>
            <a:ext cx="285750" cy="285750"/>
            <a:chOff x="0" y="0"/>
            <a:chExt cx="381000" cy="381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34931" y="5672299"/>
            <a:ext cx="285750" cy="285750"/>
            <a:chOff x="0" y="0"/>
            <a:chExt cx="381000" cy="381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34931" y="6215234"/>
            <a:ext cx="285750" cy="285750"/>
            <a:chOff x="0" y="0"/>
            <a:chExt cx="381000" cy="381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0968830" cy="10287000"/>
            <a:chOff x="0" y="0"/>
            <a:chExt cx="13437066" cy="126018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37023" cy="12601809"/>
            </a:xfrm>
            <a:custGeom>
              <a:avLst/>
              <a:gdLst/>
              <a:ahLst/>
              <a:cxnLst/>
              <a:rect r="r" b="b" t="t" l="l"/>
              <a:pathLst>
                <a:path h="12601809" w="13437023">
                  <a:moveTo>
                    <a:pt x="0" y="0"/>
                  </a:moveTo>
                  <a:lnTo>
                    <a:pt x="13437023" y="0"/>
                  </a:lnTo>
                  <a:lnTo>
                    <a:pt x="13437023" y="12601809"/>
                  </a:lnTo>
                  <a:lnTo>
                    <a:pt x="0" y="12601809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563706" y="743452"/>
            <a:ext cx="2987562" cy="1599290"/>
          </a:xfrm>
          <a:custGeom>
            <a:avLst/>
            <a:gdLst/>
            <a:ahLst/>
            <a:cxnLst/>
            <a:rect r="r" b="b" t="t" l="l"/>
            <a:pathLst>
              <a:path h="1599290" w="2987562">
                <a:moveTo>
                  <a:pt x="0" y="0"/>
                </a:moveTo>
                <a:lnTo>
                  <a:pt x="2987562" y="0"/>
                </a:lnTo>
                <a:lnTo>
                  <a:pt x="2987562" y="1599290"/>
                </a:lnTo>
                <a:lnTo>
                  <a:pt x="0" y="1599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363431" y="3933996"/>
            <a:ext cx="4400550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INTEGRANTES DO GRUPO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63556" y="4491209"/>
            <a:ext cx="857250" cy="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Marco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63556" y="5034124"/>
            <a:ext cx="803672" cy="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Felipe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63556" y="5577059"/>
            <a:ext cx="867966" cy="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Otávio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63556" y="6119974"/>
            <a:ext cx="792956" cy="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Diogo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3962" y="6655070"/>
            <a:ext cx="9144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4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MODERNIZAÇÃO DIGITAL E SOLUÇÕES IMOBILIÁRIAS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3962" y="3902345"/>
            <a:ext cx="9144000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</a:pPr>
            <a:r>
              <a:rPr lang="en-US" b="true" sz="83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Imobiliária</a:t>
            </a:r>
          </a:p>
          <a:p>
            <a:pPr algn="l">
              <a:lnSpc>
                <a:spcPts val="8764"/>
              </a:lnSpc>
            </a:pPr>
            <a:r>
              <a:rPr lang="en-US" b="true" sz="83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Bela Vista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3962" y="4357411"/>
            <a:ext cx="228600" cy="228600"/>
            <a:chOff x="0" y="0"/>
            <a:chExt cx="304800" cy="3048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95437" y="4324664"/>
            <a:ext cx="3146822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OBJETIVOS &amp; DIFERENCIAIS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5462" y="4837824"/>
            <a:ext cx="552451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Objetivo Central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5462" y="5346897"/>
            <a:ext cx="5500688" cy="70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Estudo de caso para alunos do senac sobre um sistema real de imobiliaria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5462" y="6415030"/>
            <a:ext cx="552451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Design Bela Vista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5462" y="6924104"/>
            <a:ext cx="4836319" cy="120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Interface baseada no conceito visual de elegância, garantindo uma navegação intuitiva e fluida.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67962" y="4357411"/>
            <a:ext cx="285750" cy="228600"/>
            <a:chOff x="0" y="0"/>
            <a:chExt cx="381000" cy="304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096587" y="4324664"/>
            <a:ext cx="1914525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PÚBLICO &amp; FOCO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39462" y="4837824"/>
            <a:ext cx="552451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Público-alvo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9462" y="5346897"/>
            <a:ext cx="5422106" cy="120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Moradores locais e investidores que buscam segurança e agilidade no mercado imobiliário.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9462" y="6826472"/>
            <a:ext cx="552451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Pilares do Projeto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9462" y="7335536"/>
            <a:ext cx="5297091" cy="70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Completar projeto integrador e ajudar um gestor com um sistema eficiente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59941"/>
            <a:ext cx="18288000" cy="2914650"/>
            <a:chOff x="0" y="0"/>
            <a:chExt cx="24384000" cy="388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Visão Geral do Projeto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3962" y="3988441"/>
            <a:ext cx="45720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TECNOLOGIAS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3962" y="4477788"/>
            <a:ext cx="314325" cy="314325"/>
            <a:chOff x="0" y="0"/>
            <a:chExt cx="419100" cy="4191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9737" y="4445641"/>
            <a:ext cx="875109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React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3962" y="4999282"/>
            <a:ext cx="353616" cy="314325"/>
            <a:chOff x="0" y="0"/>
            <a:chExt cx="471488" cy="4191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71551" cy="419100"/>
            </a:xfrm>
            <a:custGeom>
              <a:avLst/>
              <a:gdLst/>
              <a:ahLst/>
              <a:cxnLst/>
              <a:rect r="r" b="b" t="t" l="l"/>
              <a:pathLst>
                <a:path h="419100" w="471551">
                  <a:moveTo>
                    <a:pt x="0" y="0"/>
                  </a:moveTo>
                  <a:lnTo>
                    <a:pt x="471551" y="0"/>
                  </a:lnTo>
                  <a:lnTo>
                    <a:pt x="471551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6" t="0" r="-49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49028" y="4967135"/>
            <a:ext cx="1496616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Bootstrap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3962" y="5531491"/>
            <a:ext cx="4572000" cy="122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Utilização de componentes modernos para uma interface dinâmica e responsiva.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9981" y="3988441"/>
            <a:ext cx="45720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POR QUE ESSA ESCOLHA?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91481" y="4531366"/>
            <a:ext cx="228600" cy="228600"/>
            <a:chOff x="0" y="0"/>
            <a:chExt cx="304800" cy="3048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562956" y="4450404"/>
            <a:ext cx="2110978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333D51"/>
                </a:solidFill>
                <a:latin typeface="Inter Bold"/>
                <a:ea typeface="Inter Bold"/>
                <a:cs typeface="Inter Bold"/>
                <a:sym typeface="Inter Bold"/>
              </a:rPr>
              <a:t>Componentização: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6809" y="4459929"/>
            <a:ext cx="1375172" cy="110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Reuso de elementos como cards e menus.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191481" y="5802954"/>
            <a:ext cx="228600" cy="228600"/>
            <a:chOff x="0" y="0"/>
            <a:chExt cx="304800" cy="3048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562956" y="5721991"/>
            <a:ext cx="15216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333D51"/>
                </a:solidFill>
                <a:latin typeface="Inter Bold"/>
                <a:ea typeface="Inter Bold"/>
                <a:cs typeface="Inter Bold"/>
                <a:sym typeface="Inter Bold"/>
              </a:rPr>
              <a:t>Performance: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27450" y="5731516"/>
            <a:ext cx="1964531" cy="110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Navegação rápida via SPA (Single Page Application).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191481" y="7074541"/>
            <a:ext cx="228600" cy="228600"/>
            <a:chOff x="0" y="0"/>
            <a:chExt cx="304800" cy="3048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62956" y="6993579"/>
            <a:ext cx="112156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333D51"/>
                </a:solidFill>
                <a:latin typeface="Inter Bold"/>
                <a:ea typeface="Inter Bold"/>
                <a:cs typeface="Inter Bold"/>
                <a:sym typeface="Inter Bold"/>
              </a:rPr>
              <a:t>Agilidade: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7400" y="7003104"/>
            <a:ext cx="2364581" cy="82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Bootstrap acelera a criação de layouts robustos.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15943" y="3988441"/>
            <a:ext cx="304803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RESULTADO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5943" y="4417066"/>
            <a:ext cx="3048038" cy="200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Uma interface de alta fidelidade visual, adaptada para todos os dispositivos e focada na conversão do usuário.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7191" y="6991"/>
            <a:ext cx="18260809" cy="2914650"/>
            <a:chOff x="0" y="0"/>
            <a:chExt cx="24347746" cy="388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47670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47670">
                  <a:moveTo>
                    <a:pt x="0" y="0"/>
                  </a:moveTo>
                  <a:lnTo>
                    <a:pt x="24347670" y="0"/>
                  </a:lnTo>
                  <a:lnTo>
                    <a:pt x="24347670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Stack Tecnológica: Front-end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3962" y="3631816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TECNOLOGIAS DE SERVIDOR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3962" y="4669450"/>
            <a:ext cx="500062" cy="571500"/>
            <a:chOff x="0" y="0"/>
            <a:chExt cx="666750" cy="762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66750" cy="762000"/>
            </a:xfrm>
            <a:custGeom>
              <a:avLst/>
              <a:gdLst/>
              <a:ahLst/>
              <a:cxnLst/>
              <a:rect r="r" b="b" t="t" l="l"/>
              <a:pathLst>
                <a:path h="7620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09774" y="4560503"/>
            <a:ext cx="3757612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Node.js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9774" y="5203441"/>
            <a:ext cx="3757612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Ambiente de execução JavaScript.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3962" y="6587538"/>
            <a:ext cx="571500" cy="571500"/>
            <a:chOff x="0" y="0"/>
            <a:chExt cx="762000" cy="762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81212" y="6478600"/>
            <a:ext cx="365045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Express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81212" y="7121538"/>
            <a:ext cx="3650456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Framework minimalista para APIs.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7962" y="3631816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POR QUE ESSA ESCOLHA?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39462" y="4289041"/>
            <a:ext cx="257175" cy="257175"/>
            <a:chOff x="0" y="0"/>
            <a:chExt cx="342900" cy="3429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710949" y="4160453"/>
            <a:ext cx="5053032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Unificação de Linguagem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10949" y="4669517"/>
            <a:ext cx="350758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Uso de JavaScript em todo 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10949" y="5080959"/>
            <a:ext cx="491847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ecossistema (Front e Back), facilitando 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10949" y="5492391"/>
            <a:ext cx="158234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manutenção.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39462" y="6334830"/>
            <a:ext cx="192881" cy="257175"/>
            <a:chOff x="0" y="0"/>
            <a:chExt cx="257175" cy="3429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57175" cy="342900"/>
            </a:xfrm>
            <a:custGeom>
              <a:avLst/>
              <a:gdLst/>
              <a:ahLst/>
              <a:cxnLst/>
              <a:rect r="r" b="b" t="t" l="l"/>
              <a:pathLst>
                <a:path h="342900" w="257175">
                  <a:moveTo>
                    <a:pt x="0" y="0"/>
                  </a:moveTo>
                  <a:lnTo>
                    <a:pt x="257175" y="0"/>
                  </a:lnTo>
                  <a:lnTo>
                    <a:pt x="25717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43" t="0" r="-2938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646656" y="6206242"/>
            <a:ext cx="5117325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Alta Performance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46656" y="6715315"/>
            <a:ext cx="4989909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Arquitetura orientada a eventos e I/O não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46656" y="7126748"/>
            <a:ext cx="4679156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bloqueante para múltiplas requisições.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39462" y="7969186"/>
            <a:ext cx="289322" cy="257175"/>
            <a:chOff x="0" y="0"/>
            <a:chExt cx="385762" cy="3429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385826" cy="342900"/>
            </a:xfrm>
            <a:custGeom>
              <a:avLst/>
              <a:gdLst/>
              <a:ahLst/>
              <a:cxnLst/>
              <a:rect r="r" b="b" t="t" l="l"/>
              <a:pathLst>
                <a:path h="342900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762" r="16" b="-76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743096" y="7840599"/>
            <a:ext cx="5020885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Escalabilidade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43096" y="8349663"/>
            <a:ext cx="4529138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Estrutura ideal para o crescimento da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43096" y="8761105"/>
            <a:ext cx="406479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plataforma e integração de novos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43096" y="9172537"/>
            <a:ext cx="1100138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serviços.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0" y="59941"/>
            <a:ext cx="18288000" cy="2914650"/>
            <a:chOff x="0" y="0"/>
            <a:chExt cx="24384000" cy="388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Stack Tecnológica: Back-end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3962" y="3454670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TECNOLOGIA ESCOLHIDA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3962" y="4031532"/>
            <a:ext cx="400050" cy="457200"/>
            <a:chOff x="0" y="0"/>
            <a:chExt cx="5334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38324" y="3983307"/>
            <a:ext cx="1614488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MySQL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5462" y="4822698"/>
            <a:ext cx="552451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Modelo Relacional (SQL)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5462" y="5331771"/>
            <a:ext cx="4200525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Estrutura baseada em tabelas 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5462" y="5743204"/>
            <a:ext cx="513278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relacionamentos estritos, ideal para dados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5462" y="6154636"/>
            <a:ext cx="2825353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imobiliários complexos.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5462" y="6868497"/>
            <a:ext cx="552451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Integridade Referencial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5462" y="7377560"/>
            <a:ext cx="515064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Garante que informações de proprietários,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462" y="7788993"/>
            <a:ext cx="436483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imóveis e contratos estejam sempre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462" y="8200425"/>
            <a:ext cx="175379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sincronizadas.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7962" y="3454670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POR QUE FAZ SENTIDO?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239462" y="4054745"/>
            <a:ext cx="228600" cy="228600"/>
            <a:chOff x="0" y="0"/>
            <a:chExt cx="304800" cy="3048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639512" y="3926157"/>
            <a:ext cx="512446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Consistência de Dados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39512" y="4435231"/>
            <a:ext cx="5064919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Imóveis possuem atributos fixos (quartos,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39512" y="4846663"/>
            <a:ext cx="4793456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preço, endereço) que exigem validação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39512" y="5258095"/>
            <a:ext cx="107156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rigorosa.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239462" y="6100543"/>
            <a:ext cx="228600" cy="228600"/>
            <a:chOff x="0" y="0"/>
            <a:chExt cx="304800" cy="3048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639512" y="5971956"/>
            <a:ext cx="512446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Consultas Eficientes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39512" y="6481020"/>
            <a:ext cx="478631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Facilidade em realizar filtros avançados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39512" y="6892452"/>
            <a:ext cx="490418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de busca por localização, faixa de preço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39512" y="7303884"/>
            <a:ext cx="207883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 características.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239462" y="8146332"/>
            <a:ext cx="228600" cy="228600"/>
            <a:chOff x="0" y="0"/>
            <a:chExt cx="304800" cy="3048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639512" y="8017745"/>
            <a:ext cx="5124469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Escalabilidade e Segurança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39512" y="8526809"/>
            <a:ext cx="5097066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SGBD robusto, amplamente documentado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39512" y="8938241"/>
            <a:ext cx="501848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 com excelente suporte para transações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39512" y="9349683"/>
            <a:ext cx="141446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financeiras.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0" y="25670"/>
            <a:ext cx="18288000" cy="2914650"/>
            <a:chOff x="0" y="0"/>
            <a:chExt cx="24384000" cy="388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Banco de Dados: MySQL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28149" y="3959704"/>
            <a:ext cx="1071562" cy="857250"/>
            <a:chOff x="0" y="0"/>
            <a:chExt cx="1428750" cy="1143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4287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428750">
                  <a:moveTo>
                    <a:pt x="0" y="0"/>
                  </a:moveTo>
                  <a:lnTo>
                    <a:pt x="1428750" y="0"/>
                  </a:lnTo>
                  <a:lnTo>
                    <a:pt x="142875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3962" y="5202717"/>
            <a:ext cx="467993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FRONT-END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962" y="5759929"/>
            <a:ext cx="4679937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React.js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962" y="6261183"/>
            <a:ext cx="467993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Interface do usuário que consome a API REST e gerencia o estado da aplicação.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15318" y="3959704"/>
            <a:ext cx="857250" cy="857250"/>
            <a:chOff x="0" y="0"/>
            <a:chExt cx="1143000" cy="1143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03974" y="5202717"/>
            <a:ext cx="467993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BACK-END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03974" y="5759929"/>
            <a:ext cx="4679937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Node + Express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03974" y="6261183"/>
            <a:ext cx="467993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Processamento da lógica de negócio, autenticação e rotas da API.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48908" y="3959704"/>
            <a:ext cx="750094" cy="857250"/>
            <a:chOff x="0" y="0"/>
            <a:chExt cx="1000125" cy="1143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00125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6" r="0" b="-41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83987" y="5202717"/>
            <a:ext cx="4679994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DATABASE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83987" y="5759929"/>
            <a:ext cx="4679994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MySQL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83987" y="6261183"/>
            <a:ext cx="467999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Persistência de dados relacionais com foco em integridade e performance.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23962" y="7972092"/>
            <a:ext cx="15240019" cy="28575"/>
            <a:chOff x="0" y="0"/>
            <a:chExt cx="20320025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96C0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23962" y="8362655"/>
            <a:ext cx="7334231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Fluxo de Comunicação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3962" y="8886006"/>
            <a:ext cx="729734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O front-end em React realiza requisições HTTP (JSON) para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3962" y="9297438"/>
            <a:ext cx="650081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a API REST feita em Node.js, que por sua vez executa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3962" y="9708880"/>
            <a:ext cx="372189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queries SQL no banco MySQL.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29693" y="8362655"/>
            <a:ext cx="7334288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Conectividade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9693" y="8886006"/>
            <a:ext cx="7279481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A arquitetura desacoplada permite que cada camada evolua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29693" y="9297438"/>
            <a:ext cx="5865019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de forma independente, garantindo manutenção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9693" y="9708880"/>
            <a:ext cx="354687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simplificada e escalabilidade.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7393" y="54454"/>
            <a:ext cx="18240607" cy="2914650"/>
            <a:chOff x="0" y="0"/>
            <a:chExt cx="24320809" cy="3886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20733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20733">
                  <a:moveTo>
                    <a:pt x="0" y="0"/>
                  </a:moveTo>
                  <a:lnTo>
                    <a:pt x="24320733" y="0"/>
                  </a:lnTo>
                  <a:lnTo>
                    <a:pt x="24320733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Integração e Fluxo do Sistema</a:t>
            </a:r>
          </a:p>
        </p:txBody>
      </p:sp>
      <p:sp>
        <p:nvSpPr>
          <p:cNvPr name="AutoShape 32" id="32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3962" y="3930177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PLATAFORMA &amp; FERRAMENTA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3962" y="4458814"/>
            <a:ext cx="553641" cy="571500"/>
            <a:chOff x="0" y="0"/>
            <a:chExt cx="738188" cy="762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738124" cy="762000"/>
            </a:xfrm>
            <a:custGeom>
              <a:avLst/>
              <a:gdLst/>
              <a:ahLst/>
              <a:cxnLst/>
              <a:rect r="r" b="b" t="t" l="l"/>
              <a:pathLst>
                <a:path h="762000" w="738124">
                  <a:moveTo>
                    <a:pt x="0" y="0"/>
                  </a:moveTo>
                  <a:lnTo>
                    <a:pt x="738124" y="0"/>
                  </a:lnTo>
                  <a:lnTo>
                    <a:pt x="738124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3" t="0" r="-33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1915" y="4537396"/>
            <a:ext cx="193595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GitHub / Git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95462" y="5544664"/>
            <a:ext cx="225028" cy="257175"/>
            <a:chOff x="0" y="0"/>
            <a:chExt cx="300038" cy="3429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99974" cy="342900"/>
            </a:xfrm>
            <a:custGeom>
              <a:avLst/>
              <a:gdLst/>
              <a:ahLst/>
              <a:cxnLst/>
              <a:rect r="r" b="b" t="t" l="l"/>
              <a:pathLst>
                <a:path h="342900" w="299974">
                  <a:moveTo>
                    <a:pt x="0" y="0"/>
                  </a:moveTo>
                  <a:lnTo>
                    <a:pt x="299974" y="0"/>
                  </a:lnTo>
                  <a:lnTo>
                    <a:pt x="299974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5" t="0" r="-81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91940" y="5392264"/>
            <a:ext cx="5128041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Gestão de Código: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Repositório centralizado para versionamento seguro e histórico de alterações.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95462" y="7064721"/>
            <a:ext cx="257175" cy="257175"/>
            <a:chOff x="0" y="0"/>
            <a:chExt cx="342900" cy="3429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24087" y="6912321"/>
            <a:ext cx="5095894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Integridade: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Uso de branches para desenvolvimento isolado de novas funcionalidades.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7962" y="3930177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ORGANIZAÇÃO DAS CONTRIBUIÇÕES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239462" y="4544539"/>
            <a:ext cx="257175" cy="257175"/>
            <a:chOff x="0" y="0"/>
            <a:chExt cx="342900" cy="3429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668087" y="4392139"/>
            <a:ext cx="5095894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Pull Requests: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Revisão de código por pares antes da integração na branch principal.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462" y="6064596"/>
            <a:ext cx="257175" cy="257175"/>
            <a:chOff x="0" y="0"/>
            <a:chExt cx="342900" cy="3429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68087" y="5912196"/>
            <a:ext cx="5095894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Divisão de Camadas: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Separação clara entre Front-end e Back-end para evitar conflitos de merge.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239462" y="7584653"/>
            <a:ext cx="321469" cy="257175"/>
            <a:chOff x="0" y="0"/>
            <a:chExt cx="428625" cy="3429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28625" cy="342900"/>
            </a:xfrm>
            <a:custGeom>
              <a:avLst/>
              <a:gdLst/>
              <a:ahLst/>
              <a:cxnLst/>
              <a:rect r="r" b="b" t="t" l="l"/>
              <a:pathLst>
                <a:path h="342900" w="428625">
                  <a:moveTo>
                    <a:pt x="0" y="0"/>
                  </a:moveTo>
                  <a:lnTo>
                    <a:pt x="428625" y="0"/>
                  </a:lnTo>
                  <a:lnTo>
                    <a:pt x="42862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732381" y="7432253"/>
            <a:ext cx="5031600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Comunicação: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Documentação de commits e discussões técnicas via issues do GitHub.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63027"/>
            <a:ext cx="18288000" cy="2914650"/>
            <a:chOff x="0" y="0"/>
            <a:chExt cx="24384000" cy="388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Controle de Versão e Colaboração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9041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3962" y="4059879"/>
            <a:ext cx="45720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FRONT-END &amp; API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3962" y="4590307"/>
            <a:ext cx="342900" cy="342900"/>
            <a:chOff x="0" y="0"/>
            <a:chExt cx="457200" cy="4572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38312" y="4578991"/>
            <a:ext cx="885825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Marco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3962" y="5151091"/>
            <a:ext cx="342900" cy="342900"/>
            <a:chOff x="0" y="0"/>
            <a:chExt cx="457200" cy="4572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38312" y="5139776"/>
            <a:ext cx="839391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Felipe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5462" y="5671985"/>
            <a:ext cx="40005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Desenvolvimento da interface em React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5462" y="6472085"/>
            <a:ext cx="4000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Integração com Bootstrap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5462" y="6929285"/>
            <a:ext cx="4000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Consumo de rotas da API 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19981" y="4059879"/>
            <a:ext cx="45720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BACK-END &amp; DATABASE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19981" y="4590307"/>
            <a:ext cx="342900" cy="342900"/>
            <a:chOff x="0" y="0"/>
            <a:chExt cx="457200" cy="4572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134331" y="4578991"/>
            <a:ext cx="910828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Otávio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19981" y="5151091"/>
            <a:ext cx="342900" cy="342900"/>
            <a:chOff x="0" y="0"/>
            <a:chExt cx="457200" cy="4572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134331" y="5139776"/>
            <a:ext cx="817959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Diogo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91481" y="5671985"/>
            <a:ext cx="40005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Desenvolvimento do servidor Node.js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91481" y="6472085"/>
            <a:ext cx="4000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Criação de rotas com Express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91481" y="6929285"/>
            <a:ext cx="4000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Modelagem e gestão do MySQL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15943" y="4059879"/>
            <a:ext cx="304803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399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DEPLOY &amp; DEVOPS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15943" y="4590307"/>
            <a:ext cx="428625" cy="342900"/>
            <a:chOff x="0" y="0"/>
            <a:chExt cx="571500" cy="4572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316018" y="4578991"/>
            <a:ext cx="857250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Todos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87443" y="5111201"/>
            <a:ext cx="247653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Configuração do ambiente Render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87443" y="5911301"/>
            <a:ext cx="247653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Documentação (README)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87443" y="6711401"/>
            <a:ext cx="247653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Padronização com Docker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0" y="11754"/>
            <a:ext cx="18288000" cy="2914650"/>
            <a:chOff x="0" y="0"/>
            <a:chExt cx="24384000" cy="388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523962" y="1326204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Organização da Equipe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3962" y="3771786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DESENVOLVIMENTO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3962" y="4357573"/>
            <a:ext cx="571500" cy="457200"/>
            <a:chOff x="0" y="0"/>
            <a:chExt cx="7620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09774" y="4396864"/>
            <a:ext cx="2911078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Visual Studio Code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99021" y="5329123"/>
            <a:ext cx="192881" cy="257175"/>
            <a:chOff x="0" y="0"/>
            <a:chExt cx="257175" cy="3429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57175" cy="342900"/>
            </a:xfrm>
            <a:custGeom>
              <a:avLst/>
              <a:gdLst/>
              <a:ahLst/>
              <a:cxnLst/>
              <a:rect r="r" b="b" t="t" l="l"/>
              <a:pathLst>
                <a:path h="342900" w="257175">
                  <a:moveTo>
                    <a:pt x="0" y="0"/>
                  </a:moveTo>
                  <a:lnTo>
                    <a:pt x="257175" y="0"/>
                  </a:lnTo>
                  <a:lnTo>
                    <a:pt x="25717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43" t="0" r="-293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59793" y="5262448"/>
            <a:ext cx="5160188" cy="107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Documentação: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README detalhado com requisitos, versões e guias de instalação em txt.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7962" y="3771786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HOSPEDAGEM &amp; PRODUÇÃO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67962" y="4357573"/>
            <a:ext cx="571500" cy="457200"/>
            <a:chOff x="0" y="0"/>
            <a:chExt cx="762000" cy="6096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53774" y="4396864"/>
            <a:ext cx="2850356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Plataforma Render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239462" y="5329123"/>
            <a:ext cx="257175" cy="257175"/>
            <a:chOff x="0" y="0"/>
            <a:chExt cx="342900" cy="3429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668087" y="5176723"/>
            <a:ext cx="5095894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Deploy Automatizado: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Integração contínua com o GitHub para atualizações rápidas.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462" y="6849180"/>
            <a:ext cx="257175" cy="257175"/>
            <a:chOff x="0" y="0"/>
            <a:chExt cx="342900" cy="3429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68087" y="6696780"/>
            <a:ext cx="5095894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Escalabilidade: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Infraestrutura robusta para suportar o tráfego da plataforma imobiliária.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239462" y="8369236"/>
            <a:ext cx="257175" cy="257175"/>
            <a:chOff x="0" y="0"/>
            <a:chExt cx="342900" cy="3429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668087" y="8216837"/>
            <a:ext cx="5095894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Monitoramento:</a:t>
            </a: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Acompanhamento em tempo real da saúde do servidor e logs da aplicação.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0"/>
            <a:ext cx="18288000" cy="2914650"/>
            <a:chOff x="0" y="0"/>
            <a:chExt cx="24384000" cy="388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23962" y="1314336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Ambiente e Deploy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9225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6259"/>
            <a:ext cx="18288000" cy="2914650"/>
            <a:chOff x="0" y="0"/>
            <a:chExt cx="24384000" cy="388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924" cy="3886200"/>
            </a:xfrm>
            <a:custGeom>
              <a:avLst/>
              <a:gdLst/>
              <a:ahLst/>
              <a:cxnLst/>
              <a:rect r="r" b="b" t="t" l="l"/>
              <a:pathLst>
                <a:path h="3886200" w="24383924">
                  <a:moveTo>
                    <a:pt x="0" y="0"/>
                  </a:moveTo>
                  <a:lnTo>
                    <a:pt x="24383924" y="0"/>
                  </a:lnTo>
                  <a:lnTo>
                    <a:pt x="24383924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3962" y="1402966"/>
            <a:ext cx="152400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Conclusão e Próximos Passos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962" y="3631816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STATUS DO PROJETO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3962" y="4217603"/>
            <a:ext cx="6096019" cy="2914650"/>
            <a:chOff x="0" y="0"/>
            <a:chExt cx="8128025" cy="388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0" cy="3886200"/>
            </a:xfrm>
            <a:custGeom>
              <a:avLst/>
              <a:gdLst/>
              <a:ahLst/>
              <a:cxnLst/>
              <a:rect r="r" b="b" t="t" l="l"/>
              <a:pathLst>
                <a:path h="3886200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388620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1A2B4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66862" y="4836728"/>
            <a:ext cx="5410219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Estrutura Consolidada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6862" y="5364175"/>
            <a:ext cx="5410219" cy="152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projeto da Imobiliária Bela Vista encontra-se com sua arquitetura técnica definida e camadas de desenvolvimento integradas sob as melhores práticas de mercado.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962" y="7503728"/>
            <a:ext cx="6096019" cy="115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A escolha da stack </a:t>
            </a:r>
            <a:r>
              <a:rPr lang="en-US" sz="1700" b="true">
                <a:solidFill>
                  <a:srgbClr val="333D51"/>
                </a:solidFill>
                <a:latin typeface="Inter Bold"/>
                <a:ea typeface="Inter Bold"/>
                <a:cs typeface="Inter Bold"/>
                <a:sym typeface="Inter Bold"/>
              </a:rPr>
              <a:t>React + Node + MySQL</a:t>
            </a:r>
            <a:r>
              <a:rPr lang="en-US" sz="17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 garante uma base sólida para um produto final escalável e de alta performance.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7962" y="3631816"/>
            <a:ext cx="609601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D96C06"/>
                </a:solidFill>
                <a:latin typeface="Inter Bold"/>
                <a:ea typeface="Inter Bold"/>
                <a:cs typeface="Inter Bold"/>
                <a:sym typeface="Inter Bold"/>
              </a:rPr>
              <a:t>CRONOGRAMA DE FINALIZAÇÃO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39462" y="4289041"/>
            <a:ext cx="257175" cy="257175"/>
            <a:chOff x="0" y="0"/>
            <a:chExt cx="342900" cy="3429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710949" y="4160453"/>
            <a:ext cx="5053032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Testes de Integração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10949" y="4669517"/>
            <a:ext cx="461486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Validação completa do fluxo de dados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10949" y="5080959"/>
            <a:ext cx="5029200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entre o Front-end e as rotas da API REST.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39462" y="5923397"/>
            <a:ext cx="321469" cy="257175"/>
            <a:chOff x="0" y="0"/>
            <a:chExt cx="428625" cy="3429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28625" cy="342900"/>
            </a:xfrm>
            <a:custGeom>
              <a:avLst/>
              <a:gdLst/>
              <a:ahLst/>
              <a:cxnLst/>
              <a:rect r="r" b="b" t="t" l="l"/>
              <a:pathLst>
                <a:path h="342900" w="428625">
                  <a:moveTo>
                    <a:pt x="0" y="0"/>
                  </a:moveTo>
                  <a:lnTo>
                    <a:pt x="428625" y="0"/>
                  </a:lnTo>
                  <a:lnTo>
                    <a:pt x="42862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775243" y="5794810"/>
            <a:ext cx="4988738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Deploy em Produção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75243" y="6303874"/>
            <a:ext cx="4179094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Configuração final do ambiente 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75243" y="6715315"/>
            <a:ext cx="4743450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plataforma Render e monitoramento 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5243" y="7126748"/>
            <a:ext cx="1643062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performance.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39462" y="7969186"/>
            <a:ext cx="257175" cy="257175"/>
            <a:chOff x="0" y="0"/>
            <a:chExt cx="342900" cy="3429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710949" y="7840599"/>
            <a:ext cx="5053032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1A2B4C"/>
                </a:solidFill>
                <a:latin typeface="Inter Bold"/>
                <a:ea typeface="Inter Bold"/>
                <a:cs typeface="Inter Bold"/>
                <a:sym typeface="Inter Bold"/>
              </a:rPr>
              <a:t>Refinamento de UI/UX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10949" y="8349663"/>
            <a:ext cx="4972050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Ajustes finais na interface para garantir 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10949" y="8761105"/>
            <a:ext cx="5047059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máxima fidelidade ao conceito visual Bela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10949" y="9172537"/>
            <a:ext cx="678656" cy="3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333D51"/>
                </a:solidFill>
                <a:latin typeface="Inter"/>
                <a:ea typeface="Inter"/>
                <a:cs typeface="Inter"/>
                <a:sym typeface="Inter"/>
              </a:rPr>
              <a:t>Vista.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523962" y="2250129"/>
            <a:ext cx="6492240" cy="0"/>
          </a:xfrm>
          <a:prstGeom prst="line">
            <a:avLst/>
          </a:prstGeom>
          <a:ln cap="flat" w="38100">
            <a:solidFill>
              <a:srgbClr val="D96C0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DAHK-AjSrEw</dc:identifier>
  <dcterms:modified xsi:type="dcterms:W3CDTF">2011-08-01T06:04:30Z</dcterms:modified>
  <cp:revision>1</cp:revision>
  <dc:title>Projeto_Imobiliária_Bela_Vista_Modernização_e_Tecnologia.pptx</dc:title>
</cp:coreProperties>
</file>